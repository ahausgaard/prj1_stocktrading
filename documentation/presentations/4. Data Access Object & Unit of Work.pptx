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A435-4DF7-FF26-7F41-0D13ED55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4BF66-9E22-CA7C-F30B-A10E35F89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3130D-D974-D644-C784-350405E4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0739-C372-C7A7-3AC1-DE727B9F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4E013-7D1C-EE57-322D-AA2E09C5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46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65F5-4E72-F27B-7CF7-D5800B80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2832-B340-FB9E-9D06-5B3B7DD73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B2FC6-9F27-B997-8FD1-28A99304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D397C-AFA5-9022-0BBA-4C2CA9C0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77554-FAC2-22CF-FAFD-1DCC4463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836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D32C-34F6-97E7-79B9-E163579D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A60AD-0E0F-8755-B96E-32D938303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5310-EA44-2536-5656-9B99E96B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10011-58B9-BBAE-2F9B-8D10B3AF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33ECC-7BFA-6FEB-6BE6-A667F445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829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61AB-50D2-3B06-6CD3-E3A13880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3E2F-F37E-3FB1-BD92-4128F7503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B7A6-EF89-4C03-9068-9F65ABD73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6C1D2-3446-613A-57C7-0A1FD701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77FD-BA8F-1345-565E-FE63F2C8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1FB5D-7684-58D2-BFC4-BE251609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1679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7281-E5B3-A913-6115-7C6E05120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319E4-BA2B-C927-A74B-A49D1D1BE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CFA84-0FBF-A109-0586-C2CDF882E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A908F-2269-759E-AB9B-0E95A040E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28151-C33E-B1EA-4173-74A7A9BA0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E57EE-8F29-74B1-48E6-EE04ECFE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50735-4C7D-843F-B585-9FA6ABAC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3B97B-1594-3414-F96D-1925AFA6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571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4F61-3822-F280-4D02-307113FE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F48A8-269A-A955-326C-85C0E9B9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1DC1D-0D31-A7C8-C014-A931A745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6848A-EECD-570E-BA91-19A85B9A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433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71D85-22D9-3530-08D1-4BE267D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E9840-E7BC-051B-7F9A-FBF83F7D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ABA23-D8A0-9082-0C1F-384CCC6D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378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2BE1-E0E4-02C4-3B43-9060A18E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CA47-530E-2300-2DC7-25D88D12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6F831-214A-B33F-C4BE-61EFB9C5D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A6CF0-0A78-3741-A11F-AF51566D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A6E0B-1EE7-7031-4BDC-B71DD5F2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97D9A-D2F9-643F-30A6-1CE685A3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276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A3DF-9F09-2D2F-5CCE-D592825A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148C49-2DC2-D1F3-56BF-322E7A1E3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A8FAF-F5CE-309B-A885-AAA7BFDBD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9D406-5E9B-FA9B-6F9B-167AF63A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2554C-56B2-6A94-9970-833506B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D8977-5218-1494-82D0-1523F633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702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8718-4F9E-38F7-7079-B0C3E68F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F9BAF-66CD-EBED-0CA8-441CA71F5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97B70-A2A4-D3F1-CB09-223761F0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407C9-0256-B3A7-5318-D784A0B1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CFB7B-1D5B-8587-8EC9-1572AA27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88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0D9B1-F5DB-0265-745D-7B6BE510F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DCCD9-0C32-D2B6-85EC-0FF59A5EA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B278A-6A4A-E268-4733-F8FDCBA4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1E294-4352-57B1-D6BC-4FF23900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114F1-1010-01FB-9ADB-33216B50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146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57809-3819-743C-180F-10D9682B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A5733-1F1A-CD8F-4A84-4A7FAA7F6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7A892-BC2D-CF72-29D5-8B32D17BA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4E04D-16E4-473C-9010-B647DD5A5775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E41F-18EF-AC10-032F-F93F5A4F2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44F3B-C390-0B99-38C8-5FA5DED3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E276B-95AE-4584-BC90-D835A2DE375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023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AED5-410B-005C-1B79-1C03CC366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4. Data Access Object &amp; </a:t>
            </a:r>
            <a:br>
              <a:rPr lang="da-DK" dirty="0"/>
            </a:br>
            <a:r>
              <a:rPr lang="da-DK" dirty="0"/>
              <a:t>Unit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C73F1-FF96-5E23-FDF7-06D7E2A970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384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8DB4-9F92-9C81-A902-71730898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7476-37D1-2EF7-7F4A-0AF745A1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734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4. Data Access Object &amp;  Unit of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Hausgaard Jakobsen (237885)</dc:creator>
  <cp:lastModifiedBy>Andreas Hausgaard Jakobsen (237885)</cp:lastModifiedBy>
  <cp:revision>1</cp:revision>
  <dcterms:created xsi:type="dcterms:W3CDTF">2026-06-04T11:36:38Z</dcterms:created>
  <dcterms:modified xsi:type="dcterms:W3CDTF">2026-06-04T11:42:20Z</dcterms:modified>
</cp:coreProperties>
</file>