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7D1A-8FD4-B597-D877-3234CE741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BBF4B-C578-5BF5-963E-CC50EFF18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8043A-A217-2C0B-439D-4F4BC788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5A0C7-1FA6-4334-857D-6CC613D4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E0CB5-424D-7DA8-0112-E4A2996D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170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3A94-387B-6655-7847-C2BA222D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21EFE-8D75-67A4-FB4C-53F4FEE6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49B58-E479-2500-45F7-00753D02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2563F-DE1F-95DD-45FD-BD0820DC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9BFBE-A1AF-1E5F-F2A8-C3405B53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266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3E60-151C-BA7C-D7B6-7A672987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16E48-F6E1-D448-162E-5C7C9F0D8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A118E-1029-069A-A6EB-927E4C11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478A1-7CCE-EF7D-B8E5-A5A66A8A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62FB8-6A81-5BD5-3AC5-3947FC91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886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C39B-0F7B-0194-891F-E270C2C9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2C598-AD38-CEF0-B42B-554248404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4F3EC-9C61-16CB-1375-328C4FE10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7BDEA-3CC3-BAC0-B54E-33C21650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DC446-9CD2-86AF-351B-46FBEA02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CBB65-E4D5-68A4-4B92-2A5155E4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234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BDA1-34C8-2421-1823-49C3F586E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D7618-98B8-6EA4-03BD-7F4844E08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86448-BFB5-C98D-F035-940A0D9BA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ECF98-959F-A017-CBF8-4252C8D6F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A594E-3F72-5404-B6E6-347F1C6B4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E8F36-F112-6DCD-E248-43C00AF4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CC1C02-6FFC-DCD2-643D-096C209C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C3405-E010-8062-0AFE-4606C108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927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EBA7-AA8F-0E4E-5F0D-CDC4DD8B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C48C0-C9E4-252E-5328-2199EABE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F73C5-4331-0972-C01B-D72FD4BE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44426-EA0D-8FA2-50F5-34D4CCD2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781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148F6-2A7F-47A8-BDBD-263B99CC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A0767-07A3-DCCE-8C82-3633CA6A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19901-A072-9F2D-64B8-4944F1DA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951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D4E2-62F0-9D11-0E95-A7399386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5BE2-5D34-93D3-CCB3-923B168B1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BF612-232C-5269-E29E-D14E8DB1E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CFF02-331F-DBDE-0B4B-670C5F5B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4B891-5F47-9679-1D1F-15FE49E02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E8D29-48F8-BFA6-EA84-B663A013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5747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0547-1C7F-D7FB-8E23-34F9B9C45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1CA3F-4B1E-84B9-9E9A-AB63F6E38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5F94B-2CD4-069D-5B00-342B2D845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D2575-9AF4-A3C7-D4C2-88E912CC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5F556-AC9B-F068-C6D3-CA4552A5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5F311-2599-5A34-0E88-93367434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401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25DC-50D4-115B-AA5F-7939A9EA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AECA8-1013-0DA4-4006-4190D66A9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D7AAC-E123-8A12-7914-EF99C886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24231-11EE-57A8-C940-7DB88FAD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8DA26-9916-B9A8-FA6E-D67B6CD7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549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38FF14-BB7B-1976-C878-BD1C72A30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4EEC8-E755-BAE4-D7C1-88D26F8DF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F2D4-361B-B2DE-A460-6EB734FC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ADCB-792B-0A82-2293-CDA9A4D8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AEB1-B46B-FC6B-0FA1-C6F72A57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177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1540A-E5AD-90B8-6D7A-1EEDBCBF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C7DB3-9133-750D-E967-16FC3E112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782C1-6F52-F778-7A5B-E41308EEF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EB999-3915-45BB-9BDF-1A1E097E7BAB}" type="datetimeFigureOut">
              <a:rPr lang="da-DK" smtClean="0"/>
              <a:t>04-06-2026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69E82-3096-E277-A333-F83FFFC3E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1EB4E-B710-954C-E7D5-249FD80AF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1638D-488F-47CE-B837-85B3E04F423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430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8D9F-FD21-0EAD-CDA6-97C93EB2AC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Trelagsarkitektur og </a:t>
            </a:r>
            <a:r>
              <a:rPr lang="da-DK"/>
              <a:t>Transactionscript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ECB1B-B251-CB11-80AE-EB18CC27D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864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Trelagsarkitektur og Transactionscript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Hausgaard Jakobsen (237885)</dc:creator>
  <cp:lastModifiedBy>Andreas Hausgaard Jakobsen (237885)</cp:lastModifiedBy>
  <cp:revision>1</cp:revision>
  <dcterms:created xsi:type="dcterms:W3CDTF">2026-06-04T11:42:27Z</dcterms:created>
  <dcterms:modified xsi:type="dcterms:W3CDTF">2026-06-04T11:46:03Z</dcterms:modified>
</cp:coreProperties>
</file>